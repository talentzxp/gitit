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psmdcp" ContentType="application/vnd.openxmlformats-package.core-properties+xml"/>
  <Default Extension="rels" ContentType="application/vnd.openxmlformats-package.relationships+xml"/>
  <Override PartName="/ppt/slides/slide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5e2807c6a32748ed" /><Relationship Type="http://schemas.openxmlformats.org/package/2006/relationships/metadata/core-properties" Target="/package/services/metadata/core-properties/1fbc304b6d9c4dceb555f7d44c9c9c1e.psmdcp" Id="Rbd2d384e7336495d" /></Relationships>
</file>

<file path=ppt/presentation.xml><?xml version="1.0" encoding="utf-8"?>
<p:presentation xmlns:p="http://schemas.openxmlformats.org/presentationml/2006/main">
  <p:sldIdLst>
    <p:sldId xmlns:r="http://schemas.openxmlformats.org/officeDocument/2006/relationships" id="256" r:id="R039797185e2c472e"/>
  </p:sldIdLst>
  <p:sldSz cx="9144000" cy="6858000" type="screen4x3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/ppt/slides/slide1.xml" Id="R039797185e2c472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/>
        </p:nvSpPr>
        <p:spPr>
          <a:xfrm xmlns:a="http://schemas.openxmlformats.org/drawingml/2006/main">
            <a:off x="1000000" y="500000"/>
            <a:ext cx="4000000" cy="70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400" b="1"/>
              <a:t>Baseline title</a:t>
            </a:r>
          </a:p>
        </p:txBody>
      </p:sp>
    </p:spTree>
  </p:cSld>
</p:sld>
</file>