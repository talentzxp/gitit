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36a8247ad9240f1" /><Relationship Type="http://schemas.openxmlformats.org/package/2006/relationships/metadata/core-properties" Target="/package/services/metadata/core-properties/5071335ff94941238cf2991fc05eaf8c.psmdcp" Id="R222460fb00484646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cf532dd6489145fb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cf532dd6489145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>
          <a:xfrm xmlns:a="http://schemas.openxmlformats.org/drawingml/2006/main">
            <a:off x="1200000" y="500000"/>
            <a:ext cx="4000000" cy="7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 b="1"/>
              <a:t>Revised title</a:t>
            </a:r>
          </a:p>
        </p:txBody>
      </p:sp>
    </p:spTree>
  </p:cSld>
</p:sld>
</file>